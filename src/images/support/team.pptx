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</p:sldIdLst>
  <p:sldSz cx="1778000" cy="2362200"/>
  <p:notesSz cx="6858000" cy="9144000"/>
  <p:custDataLst>
    <p:tags r:id="rId10"/>
  </p:custDataLst>
  <p:defaultTextStyle>
    <a:defPPr>
      <a:defRPr lang="en-US"/>
    </a:defPPr>
    <a:lvl1pPr marL="0" algn="l" defTabSz="227391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113696" algn="l" defTabSz="227391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227391" algn="l" defTabSz="227391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341087" algn="l" defTabSz="227391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454780" algn="l" defTabSz="227391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568476" algn="l" defTabSz="227391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682172" algn="l" defTabSz="227391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795867" algn="l" defTabSz="227391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909563" algn="l" defTabSz="227391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4CB050"/>
    <a:srgbClr val="2196F3"/>
    <a:srgbClr val="21968F"/>
    <a:srgbClr val="F68F1F"/>
    <a:srgbClr val="403C3B"/>
    <a:srgbClr val="FBFAF7"/>
    <a:srgbClr val="F6F8FC"/>
    <a:srgbClr val="FAF0F0"/>
    <a:srgbClr val="ECF1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8" autoAdjust="0"/>
    <p:restoredTop sz="94660"/>
  </p:normalViewPr>
  <p:slideViewPr>
    <p:cSldViewPr>
      <p:cViewPr varScale="1">
        <p:scale>
          <a:sx n="208" d="100"/>
          <a:sy n="208" d="100"/>
        </p:scale>
        <p:origin x="-2304" y="-56"/>
      </p:cViewPr>
      <p:guideLst>
        <p:guide orient="horz" pos="744"/>
        <p:guide pos="5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E0B46-F5F6-4BB0-8A16-988149F9C12E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38363" y="685800"/>
            <a:ext cx="2581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EA2B6-6CE7-4B7C-AA3F-3CCA5D140E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59182" rtl="0" eaLnBrk="1" latinLnBrk="0" hangingPunct="1">
      <a:defRPr sz="200" kern="1200">
        <a:solidFill>
          <a:schemeClr val="tx1"/>
        </a:solidFill>
        <a:latin typeface="+mn-lt"/>
        <a:ea typeface="+mn-ea"/>
        <a:cs typeface="+mn-cs"/>
      </a:defRPr>
    </a:lvl1pPr>
    <a:lvl2pPr marL="79591" algn="l" defTabSz="159182" rtl="0" eaLnBrk="1" latinLnBrk="0" hangingPunct="1">
      <a:defRPr sz="200" kern="1200">
        <a:solidFill>
          <a:schemeClr val="tx1"/>
        </a:solidFill>
        <a:latin typeface="+mn-lt"/>
        <a:ea typeface="+mn-ea"/>
        <a:cs typeface="+mn-cs"/>
      </a:defRPr>
    </a:lvl2pPr>
    <a:lvl3pPr marL="159182" algn="l" defTabSz="159182" rtl="0" eaLnBrk="1" latinLnBrk="0" hangingPunct="1">
      <a:defRPr sz="200" kern="1200">
        <a:solidFill>
          <a:schemeClr val="tx1"/>
        </a:solidFill>
        <a:latin typeface="+mn-lt"/>
        <a:ea typeface="+mn-ea"/>
        <a:cs typeface="+mn-cs"/>
      </a:defRPr>
    </a:lvl3pPr>
    <a:lvl4pPr marL="238773" algn="l" defTabSz="159182" rtl="0" eaLnBrk="1" latinLnBrk="0" hangingPunct="1">
      <a:defRPr sz="200" kern="1200">
        <a:solidFill>
          <a:schemeClr val="tx1"/>
        </a:solidFill>
        <a:latin typeface="+mn-lt"/>
        <a:ea typeface="+mn-ea"/>
        <a:cs typeface="+mn-cs"/>
      </a:defRPr>
    </a:lvl4pPr>
    <a:lvl5pPr marL="318362" algn="l" defTabSz="159182" rtl="0" eaLnBrk="1" latinLnBrk="0" hangingPunct="1">
      <a:defRPr sz="200" kern="1200">
        <a:solidFill>
          <a:schemeClr val="tx1"/>
        </a:solidFill>
        <a:latin typeface="+mn-lt"/>
        <a:ea typeface="+mn-ea"/>
        <a:cs typeface="+mn-cs"/>
      </a:defRPr>
    </a:lvl5pPr>
    <a:lvl6pPr marL="397953" algn="l" defTabSz="159182" rtl="0" eaLnBrk="1" latinLnBrk="0" hangingPunct="1">
      <a:defRPr sz="200" kern="1200">
        <a:solidFill>
          <a:schemeClr val="tx1"/>
        </a:solidFill>
        <a:latin typeface="+mn-lt"/>
        <a:ea typeface="+mn-ea"/>
        <a:cs typeface="+mn-cs"/>
      </a:defRPr>
    </a:lvl6pPr>
    <a:lvl7pPr marL="477544" algn="l" defTabSz="159182" rtl="0" eaLnBrk="1" latinLnBrk="0" hangingPunct="1">
      <a:defRPr sz="200" kern="1200">
        <a:solidFill>
          <a:schemeClr val="tx1"/>
        </a:solidFill>
        <a:latin typeface="+mn-lt"/>
        <a:ea typeface="+mn-ea"/>
        <a:cs typeface="+mn-cs"/>
      </a:defRPr>
    </a:lvl7pPr>
    <a:lvl8pPr marL="557136" algn="l" defTabSz="159182" rtl="0" eaLnBrk="1" latinLnBrk="0" hangingPunct="1">
      <a:defRPr sz="200" kern="1200">
        <a:solidFill>
          <a:schemeClr val="tx1"/>
        </a:solidFill>
        <a:latin typeface="+mn-lt"/>
        <a:ea typeface="+mn-ea"/>
        <a:cs typeface="+mn-cs"/>
      </a:defRPr>
    </a:lvl8pPr>
    <a:lvl9pPr marL="636725" algn="l" defTabSz="159182" rtl="0" eaLnBrk="1" latinLnBrk="0" hangingPunct="1">
      <a:defRPr sz="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350" y="733815"/>
            <a:ext cx="1511300" cy="50634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" y="1338581"/>
            <a:ext cx="1244600" cy="6036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13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27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41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54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68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82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95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09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449" y="1517934"/>
            <a:ext cx="1511300" cy="469160"/>
          </a:xfrm>
        </p:spPr>
        <p:txBody>
          <a:bodyPr anchor="t"/>
          <a:lstStyle>
            <a:lvl1pPr algn="l">
              <a:defRPr sz="1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449" y="1001200"/>
            <a:ext cx="1511300" cy="516732"/>
          </a:xfrm>
        </p:spPr>
        <p:txBody>
          <a:bodyPr anchor="b"/>
          <a:lstStyle>
            <a:lvl1pPr marL="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1pPr>
            <a:lvl2pPr marL="113696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27391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3pPr>
            <a:lvl4pPr marL="341087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4pPr>
            <a:lvl5pPr marL="45478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5pPr>
            <a:lvl6pPr marL="568476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6pPr>
            <a:lvl7pPr marL="682172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7pPr>
            <a:lvl8pPr marL="795867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8pPr>
            <a:lvl9pPr marL="909563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302" y="661637"/>
            <a:ext cx="1265281" cy="1870622"/>
          </a:xfrm>
        </p:spPr>
        <p:txBody>
          <a:bodyPr/>
          <a:lstStyle>
            <a:lvl1pPr>
              <a:defRPr sz="8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7217" y="661637"/>
            <a:ext cx="1265281" cy="1870622"/>
          </a:xfrm>
        </p:spPr>
        <p:txBody>
          <a:bodyPr/>
          <a:lstStyle>
            <a:lvl1pPr>
              <a:defRPr sz="8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" y="94598"/>
            <a:ext cx="1600200" cy="3937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901" y="528763"/>
            <a:ext cx="785593" cy="220362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3696" indent="0">
              <a:buNone/>
              <a:defRPr sz="600" b="1"/>
            </a:lvl2pPr>
            <a:lvl3pPr marL="227391" indent="0">
              <a:buNone/>
              <a:defRPr sz="600" b="1"/>
            </a:lvl3pPr>
            <a:lvl4pPr marL="341087" indent="0">
              <a:buNone/>
              <a:defRPr sz="400" b="1"/>
            </a:lvl4pPr>
            <a:lvl5pPr marL="454780" indent="0">
              <a:buNone/>
              <a:defRPr sz="400" b="1"/>
            </a:lvl5pPr>
            <a:lvl6pPr marL="568476" indent="0">
              <a:buNone/>
              <a:defRPr sz="400" b="1"/>
            </a:lvl6pPr>
            <a:lvl7pPr marL="682172" indent="0">
              <a:buNone/>
              <a:defRPr sz="400" b="1"/>
            </a:lvl7pPr>
            <a:lvl8pPr marL="795867" indent="0">
              <a:buNone/>
              <a:defRPr sz="400" b="1"/>
            </a:lvl8pPr>
            <a:lvl9pPr marL="909563" indent="0">
              <a:buNone/>
              <a:defRPr sz="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901" y="749124"/>
            <a:ext cx="785593" cy="1361000"/>
          </a:xfrm>
        </p:spPr>
        <p:txBody>
          <a:bodyPr/>
          <a:lstStyle>
            <a:lvl1pPr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3198" y="528763"/>
            <a:ext cx="785902" cy="220362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3696" indent="0">
              <a:buNone/>
              <a:defRPr sz="600" b="1"/>
            </a:lvl2pPr>
            <a:lvl3pPr marL="227391" indent="0">
              <a:buNone/>
              <a:defRPr sz="600" b="1"/>
            </a:lvl3pPr>
            <a:lvl4pPr marL="341087" indent="0">
              <a:buNone/>
              <a:defRPr sz="400" b="1"/>
            </a:lvl4pPr>
            <a:lvl5pPr marL="454780" indent="0">
              <a:buNone/>
              <a:defRPr sz="400" b="1"/>
            </a:lvl5pPr>
            <a:lvl6pPr marL="568476" indent="0">
              <a:buNone/>
              <a:defRPr sz="400" b="1"/>
            </a:lvl6pPr>
            <a:lvl7pPr marL="682172" indent="0">
              <a:buNone/>
              <a:defRPr sz="400" b="1"/>
            </a:lvl7pPr>
            <a:lvl8pPr marL="795867" indent="0">
              <a:buNone/>
              <a:defRPr sz="400" b="1"/>
            </a:lvl8pPr>
            <a:lvl9pPr marL="909563" indent="0">
              <a:buNone/>
              <a:defRPr sz="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3198" y="749124"/>
            <a:ext cx="785902" cy="1361000"/>
          </a:xfrm>
        </p:spPr>
        <p:txBody>
          <a:bodyPr/>
          <a:lstStyle>
            <a:lvl1pPr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1" y="94051"/>
            <a:ext cx="584949" cy="400262"/>
          </a:xfrm>
        </p:spPr>
        <p:txBody>
          <a:bodyPr anchor="b"/>
          <a:lstStyle>
            <a:lvl1pPr algn="l">
              <a:defRPr sz="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150" y="94052"/>
            <a:ext cx="993951" cy="2016072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01" y="494312"/>
            <a:ext cx="584949" cy="1615812"/>
          </a:xfrm>
        </p:spPr>
        <p:txBody>
          <a:bodyPr/>
          <a:lstStyle>
            <a:lvl1pPr marL="0" indent="0">
              <a:buNone/>
              <a:defRPr sz="400"/>
            </a:lvl1pPr>
            <a:lvl2pPr marL="113696" indent="0">
              <a:buNone/>
              <a:defRPr sz="400"/>
            </a:lvl2pPr>
            <a:lvl3pPr marL="227391" indent="0">
              <a:buNone/>
              <a:defRPr sz="200"/>
            </a:lvl3pPr>
            <a:lvl4pPr marL="341087" indent="0">
              <a:buNone/>
              <a:defRPr sz="200"/>
            </a:lvl4pPr>
            <a:lvl5pPr marL="454780" indent="0">
              <a:buNone/>
              <a:defRPr sz="200"/>
            </a:lvl5pPr>
            <a:lvl6pPr marL="568476" indent="0">
              <a:buNone/>
              <a:defRPr sz="200"/>
            </a:lvl6pPr>
            <a:lvl7pPr marL="682172" indent="0">
              <a:buNone/>
              <a:defRPr sz="200"/>
            </a:lvl7pPr>
            <a:lvl8pPr marL="795867" indent="0">
              <a:buNone/>
              <a:defRPr sz="200"/>
            </a:lvl8pPr>
            <a:lvl9pPr marL="909563" indent="0">
              <a:buNone/>
              <a:defRPr sz="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501" y="1653541"/>
            <a:ext cx="1066800" cy="195210"/>
          </a:xfrm>
        </p:spPr>
        <p:txBody>
          <a:bodyPr anchor="b"/>
          <a:lstStyle>
            <a:lvl1pPr algn="l">
              <a:defRPr sz="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8501" y="211068"/>
            <a:ext cx="1066800" cy="1417320"/>
          </a:xfrm>
        </p:spPr>
        <p:txBody>
          <a:bodyPr/>
          <a:lstStyle>
            <a:lvl1pPr marL="0" indent="0">
              <a:buNone/>
              <a:defRPr sz="800"/>
            </a:lvl1pPr>
            <a:lvl2pPr marL="113696" indent="0">
              <a:buNone/>
              <a:defRPr sz="800"/>
            </a:lvl2pPr>
            <a:lvl3pPr marL="227391" indent="0">
              <a:buNone/>
              <a:defRPr sz="600"/>
            </a:lvl3pPr>
            <a:lvl4pPr marL="341087" indent="0">
              <a:buNone/>
              <a:defRPr sz="600"/>
            </a:lvl4pPr>
            <a:lvl5pPr marL="454780" indent="0">
              <a:buNone/>
              <a:defRPr sz="600"/>
            </a:lvl5pPr>
            <a:lvl6pPr marL="568476" indent="0">
              <a:buNone/>
              <a:defRPr sz="600"/>
            </a:lvl6pPr>
            <a:lvl7pPr marL="682172" indent="0">
              <a:buNone/>
              <a:defRPr sz="600"/>
            </a:lvl7pPr>
            <a:lvl8pPr marL="795867" indent="0">
              <a:buNone/>
              <a:defRPr sz="600"/>
            </a:lvl8pPr>
            <a:lvl9pPr marL="909563" indent="0">
              <a:buNone/>
              <a:defRPr sz="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8501" y="1848751"/>
            <a:ext cx="1066800" cy="277230"/>
          </a:xfrm>
        </p:spPr>
        <p:txBody>
          <a:bodyPr/>
          <a:lstStyle>
            <a:lvl1pPr marL="0" indent="0">
              <a:buNone/>
              <a:defRPr sz="400"/>
            </a:lvl1pPr>
            <a:lvl2pPr marL="113696" indent="0">
              <a:buNone/>
              <a:defRPr sz="400"/>
            </a:lvl2pPr>
            <a:lvl3pPr marL="227391" indent="0">
              <a:buNone/>
              <a:defRPr sz="200"/>
            </a:lvl3pPr>
            <a:lvl4pPr marL="341087" indent="0">
              <a:buNone/>
              <a:defRPr sz="200"/>
            </a:lvl4pPr>
            <a:lvl5pPr marL="454780" indent="0">
              <a:buNone/>
              <a:defRPr sz="200"/>
            </a:lvl5pPr>
            <a:lvl6pPr marL="568476" indent="0">
              <a:buNone/>
              <a:defRPr sz="200"/>
            </a:lvl6pPr>
            <a:lvl7pPr marL="682172" indent="0">
              <a:buNone/>
              <a:defRPr sz="200"/>
            </a:lvl7pPr>
            <a:lvl8pPr marL="795867" indent="0">
              <a:buNone/>
              <a:defRPr sz="200"/>
            </a:lvl8pPr>
            <a:lvl9pPr marL="909563" indent="0">
              <a:buNone/>
              <a:defRPr sz="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2606" y="113737"/>
            <a:ext cx="639895" cy="24185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302" y="113737"/>
            <a:ext cx="1890669" cy="24185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900" y="94598"/>
            <a:ext cx="1600200" cy="393700"/>
          </a:xfrm>
          <a:prstGeom prst="rect">
            <a:avLst/>
          </a:prstGeom>
        </p:spPr>
        <p:txBody>
          <a:bodyPr vert="horz" lIns="22738" tIns="11370" rIns="22738" bIns="1137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900" y="551180"/>
            <a:ext cx="1600200" cy="1558944"/>
          </a:xfrm>
          <a:prstGeom prst="rect">
            <a:avLst/>
          </a:prstGeom>
        </p:spPr>
        <p:txBody>
          <a:bodyPr vert="horz" lIns="22738" tIns="11370" rIns="22738" bIns="1137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900" y="2189411"/>
            <a:ext cx="414867" cy="125766"/>
          </a:xfrm>
          <a:prstGeom prst="rect">
            <a:avLst/>
          </a:prstGeom>
        </p:spPr>
        <p:txBody>
          <a:bodyPr vert="horz" lIns="22738" tIns="11370" rIns="22738" bIns="1137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8FFBE-0C19-4B3F-A07E-5F58220FF24D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485" y="2189411"/>
            <a:ext cx="563033" cy="125766"/>
          </a:xfrm>
          <a:prstGeom prst="rect">
            <a:avLst/>
          </a:prstGeom>
        </p:spPr>
        <p:txBody>
          <a:bodyPr vert="horz" lIns="22738" tIns="11370" rIns="22738" bIns="1137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4233" y="2189411"/>
            <a:ext cx="414867" cy="125766"/>
          </a:xfrm>
          <a:prstGeom prst="rect">
            <a:avLst/>
          </a:prstGeom>
        </p:spPr>
        <p:txBody>
          <a:bodyPr vert="horz" lIns="22738" tIns="11370" rIns="22738" bIns="1137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27391" rtl="0" eaLnBrk="1" latinLnBrk="0" hangingPunct="1">
        <a:spcBef>
          <a:spcPct val="0"/>
        </a:spcBef>
        <a:buNone/>
        <a:defRPr sz="1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271" indent="-85271" algn="l" defTabSz="227391" rtl="0" eaLnBrk="1" latinLnBrk="0" hangingPunct="1">
        <a:spcBef>
          <a:spcPct val="20000"/>
        </a:spcBef>
        <a:buFont typeface="Arial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184756" indent="-71060" algn="l" defTabSz="227391" rtl="0" eaLnBrk="1" latinLnBrk="0" hangingPunct="1">
        <a:spcBef>
          <a:spcPct val="20000"/>
        </a:spcBef>
        <a:buFont typeface="Arial" pitchFamily="34" charset="0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284238" indent="-56847" algn="l" defTabSz="227391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397934" indent="-56847" algn="l" defTabSz="227391" rtl="0" eaLnBrk="1" latinLnBrk="0" hangingPunct="1">
        <a:spcBef>
          <a:spcPct val="20000"/>
        </a:spcBef>
        <a:buFont typeface="Arial" pitchFamily="34" charset="0"/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511629" indent="-56847" algn="l" defTabSz="227391" rtl="0" eaLnBrk="1" latinLnBrk="0" hangingPunct="1">
        <a:spcBef>
          <a:spcPct val="20000"/>
        </a:spcBef>
        <a:buFont typeface="Arial" pitchFamily="34" charset="0"/>
        <a:buChar char="»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625325" indent="-56847" algn="l" defTabSz="227391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739018" indent="-56847" algn="l" defTabSz="227391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852716" indent="-56847" algn="l" defTabSz="227391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966410" indent="-56847" algn="l" defTabSz="227391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7391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13696" algn="l" defTabSz="227391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27391" algn="l" defTabSz="227391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341087" algn="l" defTabSz="227391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454780" algn="l" defTabSz="227391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568476" algn="l" defTabSz="227391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682172" algn="l" defTabSz="227391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795867" algn="l" defTabSz="227391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909563" algn="l" defTabSz="227391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Program Files (x86)\EasyPHP-5.3.9\www\aka\support\archan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78400" cy="23627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 (x86)\EasyPHP-5.3.9\www\aka\support\kapi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00" y="-6629"/>
            <a:ext cx="1778400" cy="236882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057990"/>
            <a:ext cx="1777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 smtClean="0"/>
              <a:t>Preeti</a:t>
            </a:r>
            <a:r>
              <a:rPr lang="en-US" sz="1000" b="1" dirty="0" smtClean="0"/>
              <a:t> </a:t>
            </a:r>
            <a:r>
              <a:rPr lang="en-US" sz="1000" b="1" dirty="0" err="1" smtClean="0"/>
              <a:t>Saini</a:t>
            </a:r>
            <a:endParaRPr 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057990"/>
            <a:ext cx="1777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Ajay </a:t>
            </a:r>
            <a:r>
              <a:rPr lang="en-US" sz="1000" b="1" dirty="0" err="1" smtClean="0"/>
              <a:t>Thapa</a:t>
            </a:r>
            <a:endParaRPr 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057990"/>
            <a:ext cx="1777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 smtClean="0"/>
              <a:t>Sharukh</a:t>
            </a:r>
            <a:r>
              <a:rPr lang="en-US" sz="1000" b="1" dirty="0" smtClean="0"/>
              <a:t> Khan</a:t>
            </a:r>
            <a:endParaRPr 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057990"/>
            <a:ext cx="1777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 smtClean="0"/>
              <a:t>Lopsang</a:t>
            </a:r>
            <a:r>
              <a:rPr lang="en-US" sz="1000" b="1" dirty="0" smtClean="0"/>
              <a:t> </a:t>
            </a:r>
            <a:r>
              <a:rPr lang="en-US" sz="1000" b="1" dirty="0" err="1" smtClean="0"/>
              <a:t>Ringchen</a:t>
            </a:r>
            <a:endParaRPr 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057990"/>
            <a:ext cx="1777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 smtClean="0"/>
              <a:t>Gyanpal</a:t>
            </a:r>
            <a:r>
              <a:rPr lang="en-US" sz="1000" b="1" dirty="0" smtClean="0"/>
              <a:t> </a:t>
            </a:r>
            <a:r>
              <a:rPr lang="en-US" sz="1000" b="1" dirty="0" err="1" smtClean="0"/>
              <a:t>Rawat</a:t>
            </a:r>
            <a:endParaRPr 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SLIDERANGE" val="30-35"/>
  <p:tag name="JPGQUALITY" val="100"/>
  <p:tag name="BASENAME" val="team"/>
  <p:tag name="SAVETOFOLDER" val=""/>
  <p:tag name="IMAGEWIDTH" val="1200"/>
  <p:tag name="IMAGEHEIGHT" val="750"/>
  <p:tag name="EXPORTRANGE" val="EntirePresentation"/>
  <p:tag name="SIZEBY" val="PIXELS"/>
  <p:tag name="EXPORTAS" val="JPG"/>
  <p:tag name="NUMBERFORMAT" val="00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5920</TotalTime>
  <Words>10</Words>
  <Application>Microsoft Office PowerPoint</Application>
  <PresentationFormat>Custom</PresentationFormat>
  <Paragraphs>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Kapil LifePage</dc:creator>
  <cp:lastModifiedBy>Kapil Rawat</cp:lastModifiedBy>
  <cp:revision>696</cp:revision>
  <dcterms:created xsi:type="dcterms:W3CDTF">2018-02-07T17:49:46Z</dcterms:created>
  <dcterms:modified xsi:type="dcterms:W3CDTF">2024-08-31T12:22:29Z</dcterms:modified>
</cp:coreProperties>
</file>