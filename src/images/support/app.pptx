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35" r:id="rId2"/>
    <p:sldId id="338" r:id="rId3"/>
    <p:sldId id="339" r:id="rId4"/>
    <p:sldId id="340" r:id="rId5"/>
    <p:sldId id="341" r:id="rId6"/>
    <p:sldId id="342" r:id="rId7"/>
    <p:sldId id="336" r:id="rId8"/>
    <p:sldId id="337" r:id="rId9"/>
  </p:sldIdLst>
  <p:sldSz cx="14630400" cy="9144000"/>
  <p:notesSz cx="6858000" cy="9144000"/>
  <p:custDataLst>
    <p:tags r:id="rId11"/>
  </p:custDataLst>
  <p:defaultTextStyle>
    <a:defPPr>
      <a:defRPr lang="en-US"/>
    </a:defPPr>
    <a:lvl1pPr marL="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311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622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933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1244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6555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4CB050"/>
    <a:srgbClr val="2196F3"/>
    <a:srgbClr val="21968F"/>
    <a:srgbClr val="F68F1F"/>
    <a:srgbClr val="403C3B"/>
    <a:srgbClr val="FBFAF7"/>
    <a:srgbClr val="F6F8FC"/>
    <a:srgbClr val="FAF0F0"/>
    <a:srgbClr val="ECF1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94660"/>
  </p:normalViewPr>
  <p:slideViewPr>
    <p:cSldViewPr>
      <p:cViewPr varScale="1">
        <p:scale>
          <a:sx n="49" d="100"/>
          <a:sy n="49" d="100"/>
        </p:scale>
        <p:origin x="-932" y="-52"/>
      </p:cViewPr>
      <p:guideLst>
        <p:guide orient="horz" pos="2880"/>
        <p:guide pos="46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E0B46-F5F6-4BB0-8A16-988149F9C12E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EA2B6-6CE7-4B7C-AA3F-3CCA5D140E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840568"/>
            <a:ext cx="1243584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5181600"/>
            <a:ext cx="1024128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875868"/>
            <a:ext cx="1243584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875618"/>
            <a:ext cx="12435840" cy="2000249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561167"/>
            <a:ext cx="10411459" cy="724111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2" y="2561167"/>
            <a:ext cx="10411461" cy="724111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66184"/>
            <a:ext cx="1316736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1" y="2046818"/>
            <a:ext cx="6464301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1" y="2899834"/>
            <a:ext cx="6464301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2046818"/>
            <a:ext cx="6466840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899834"/>
            <a:ext cx="6466840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2" y="364067"/>
            <a:ext cx="4813301" cy="154940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64067"/>
            <a:ext cx="8178800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2" y="1913467"/>
            <a:ext cx="4813301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6400800"/>
            <a:ext cx="8778240" cy="755651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817033"/>
            <a:ext cx="877824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7156451"/>
            <a:ext cx="877824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1" y="440267"/>
            <a:ext cx="5265421" cy="936201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3" y="440267"/>
            <a:ext cx="15557499" cy="936201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66184"/>
            <a:ext cx="13167360" cy="1524000"/>
          </a:xfrm>
          <a:prstGeom prst="rect">
            <a:avLst/>
          </a:prstGeom>
        </p:spPr>
        <p:txBody>
          <a:bodyPr vert="horz" lIns="130622" tIns="65311" rIns="130622" bIns="65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33600"/>
            <a:ext cx="13167360" cy="6034618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8475135"/>
            <a:ext cx="3413760" cy="486833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8FFBE-0C19-4B3F-A07E-5F58220FF24D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8475135"/>
            <a:ext cx="4632960" cy="486833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8475135"/>
            <a:ext cx="3413760" cy="486833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9125E-AAE8-4387-AAB6-77805566159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30622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33" indent="-489833" algn="l" defTabSz="130622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304" indent="-408194" algn="l" defTabSz="130622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552700" y="3657600"/>
            <a:ext cx="9525000" cy="1828800"/>
          </a:xfrm>
          <a:prstGeom prst="roundRect">
            <a:avLst/>
          </a:prstGeom>
          <a:solidFill>
            <a:srgbClr val="4C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en-IN" sz="6000" b="1" dirty="0" smtClean="0">
                <a:solidFill>
                  <a:schemeClr val="bg1"/>
                </a:solidFill>
                <a:latin typeface="Century Gothic" pitchFamily="34" charset="0"/>
              </a:rPr>
              <a:t> +91 97197 99992</a:t>
            </a:r>
            <a:endParaRPr lang="en-US" sz="60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pic>
        <p:nvPicPr>
          <p:cNvPr id="1026" name="Picture 2" descr="C:\Program Files (x86)\EasyPHP-5.3.9\www\aka\support\w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30958" y="3960000"/>
            <a:ext cx="1224000" cy="1224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4095750" y="3657600"/>
            <a:ext cx="6438900" cy="182880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IN" sz="6000" b="1" dirty="0" smtClean="0">
                <a:solidFill>
                  <a:schemeClr val="bg1"/>
                </a:solidFill>
                <a:latin typeface="Century Gothic" pitchFamily="34" charset="0"/>
              </a:rPr>
              <a:t>  Information</a:t>
            </a:r>
            <a:endParaRPr lang="en-US" sz="60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pic>
        <p:nvPicPr>
          <p:cNvPr id="2" name="Picture 2" descr="C:\Program Files (x86)\EasyPHP-5.3.9\www\aka\support\u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1000" y="3960000"/>
            <a:ext cx="1224000" cy="1224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EasyPHP-5.3.9\www\aka\support\u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3960000"/>
            <a:ext cx="1224000" cy="1224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787225" y="4248835"/>
            <a:ext cx="23355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algn="r"/>
            <a:r>
              <a:rPr lang="en-IN" sz="3600" b="1" dirty="0" smtClean="0">
                <a:solidFill>
                  <a:schemeClr val="bg1"/>
                </a:solidFill>
                <a:latin typeface="Century Gothic" pitchFamily="34" charset="0"/>
              </a:rPr>
              <a:t>Info</a:t>
            </a:r>
            <a:endParaRPr lang="en-US" sz="36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638800" y="3733800"/>
            <a:ext cx="24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38800" y="4248835"/>
            <a:ext cx="19367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>
                <a:solidFill>
                  <a:schemeClr val="bg1"/>
                </a:solidFill>
                <a:latin typeface="Century Gothic" pitchFamily="34" charset="0"/>
              </a:rPr>
              <a:t>Projects</a:t>
            </a:r>
            <a:endParaRPr lang="en-US" sz="36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638800" y="3733800"/>
            <a:ext cx="3352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Program Files (x86)\EasyPHP-5.3.9\www\aka\support\lis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67600" y="3960000"/>
            <a:ext cx="1224000" cy="1224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 (x86)\EasyPHP-5.3.9\www\aka\support\previou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352800"/>
            <a:ext cx="2438400" cy="24384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7010400" y="4191000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Century Gothic" pitchFamily="34" charset="0"/>
              </a:rPr>
              <a:t>Previous Project</a:t>
            </a:r>
            <a:endParaRPr lang="en-US" sz="2400" b="1" dirty="0" smtClean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 (x86)\EasyPHP-5.3.9\www\aka\support\previou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6096000" y="3352800"/>
            <a:ext cx="2438400" cy="24384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159321" y="4191000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Century Gothic" pitchFamily="34" charset="0"/>
              </a:rPr>
              <a:t>Next</a:t>
            </a:r>
            <a:br>
              <a:rPr lang="en-IN" sz="2400" b="1" dirty="0" smtClean="0">
                <a:latin typeface="Century Gothic" pitchFamily="34" charset="0"/>
              </a:rPr>
            </a:br>
            <a:r>
              <a:rPr lang="en-IN" sz="2400" b="1" dirty="0" smtClean="0">
                <a:latin typeface="Century Gothic" pitchFamily="34" charset="0"/>
              </a:rPr>
              <a:t>Project</a:t>
            </a:r>
            <a:endParaRPr lang="en-US" sz="2400" b="1" dirty="0" smtClean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255200" y="1512000"/>
            <a:ext cx="6120000" cy="6120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C:\Program Files (x86)\EasyPHP-5.3.9\www\aka\support\inf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55200" y="1865289"/>
            <a:ext cx="4320000" cy="432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5" name="TextBox 4"/>
          <p:cNvSpPr txBox="1"/>
          <p:nvPr/>
        </p:nvSpPr>
        <p:spPr>
          <a:xfrm>
            <a:off x="4254321" y="6566774"/>
            <a:ext cx="612000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 smtClean="0">
                <a:solidFill>
                  <a:schemeClr val="bg1"/>
                </a:solidFill>
              </a:rPr>
              <a:t>Click for Details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255200" y="1512000"/>
            <a:ext cx="6120000" cy="61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C:\Program Files (x86)\EasyPHP-5.3.9\www\aka\support\inf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55200" y="1865289"/>
            <a:ext cx="4320000" cy="4320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extBox 4"/>
          <p:cNvSpPr txBox="1"/>
          <p:nvPr/>
        </p:nvSpPr>
        <p:spPr>
          <a:xfrm>
            <a:off x="4254321" y="6566774"/>
            <a:ext cx="612000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 smtClean="0">
                <a:solidFill>
                  <a:schemeClr val="bg1"/>
                </a:solidFill>
              </a:rPr>
              <a:t>Click for Details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SLIDERANGE" val="30-35"/>
  <p:tag name="JPGQUALITY" val="100"/>
  <p:tag name="BASENAME" val="team"/>
  <p:tag name="SAVETOFOLDER" val=""/>
  <p:tag name="IMAGEWIDTH" val="1200"/>
  <p:tag name="IMAGEHEIGHT" val="750"/>
  <p:tag name="EXPORTRANGE" val="EntirePresentation"/>
  <p:tag name="SIZEBY" val="PIXELS"/>
  <p:tag name="EXPORTAS" val="JPG"/>
  <p:tag name="NUMBERFORMAT" val="00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5888</TotalTime>
  <Words>18</Words>
  <Application>Microsoft Office PowerPoint</Application>
  <PresentationFormat>Custom</PresentationFormat>
  <Paragraphs>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Kapil LifePage</dc:creator>
  <cp:lastModifiedBy>Kapil Rawat</cp:lastModifiedBy>
  <cp:revision>688</cp:revision>
  <dcterms:created xsi:type="dcterms:W3CDTF">2018-02-07T17:49:46Z</dcterms:created>
  <dcterms:modified xsi:type="dcterms:W3CDTF">2021-05-03T10:23:08Z</dcterms:modified>
</cp:coreProperties>
</file>